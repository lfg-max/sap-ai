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3"/>
  </p:normalViewPr>
  <p:slideViewPr>
    <p:cSldViewPr snapToGrid="0">
      <p:cViewPr varScale="1">
        <p:scale>
          <a:sx n="85" d="100"/>
          <a:sy n="85" d="100"/>
        </p:scale>
        <p:origin x="14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507D-CD34-EA8B-7712-FF5C7EE03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A10BE-B9E2-80F0-98EB-E6F3D926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38AB2-43AE-0861-C4CC-BEF9B832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9BBD9-0C69-765B-84C2-5367EF95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EFEF-9DA9-5485-6832-D56002E9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4E1D-220F-86C2-7ADF-1AE6FEE1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8A9BB-4C34-6E59-0016-AC1FDA8E7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00BE-A879-C739-4DA9-D83B35F9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7C167-F937-C180-44DA-E36934EA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E24F-7D9D-63A1-DF87-9333C47C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8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A478-9AD4-2E4E-DADD-F8BB13AE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FFC9E-A2C6-F20C-02E7-B505D1FFA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5343-9F1C-FDB3-F153-D9254D24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2333D-0CA5-8EAE-C7C4-D15756E0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F9C88-52BE-8A35-230B-B1ABA4A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2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549A-9A0A-C412-297C-28B95ED9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0EA1-D92B-1BFE-8780-860546F64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AE8AF-13CF-F746-6F0D-D82DF3844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D5A52-7B0C-BD6E-1FEA-37165F42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FAE7-C10A-30D9-C16F-D7F78977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DB0D-FA87-2401-43EF-A8E94411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62BA-4924-9621-61A0-969E815F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712AD-BCFA-ABEA-B645-4D37F95C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A7AE6-5C45-F174-A92E-7015317A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844BF-AAEC-F505-53C2-ADE53C62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BD40B-941F-94FD-843A-74905315E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F22D5-1F0E-E06D-DB88-8265CD7C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4B5FC-BC49-311E-CE55-12153F1E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D4A3B-4A53-FEC6-873D-CC4A9E51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3C5F-F8D9-E1BE-DC57-72CD4CCD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C6B97-9F2D-FFE4-546D-98C49926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3B000-1FC9-7DC4-615F-19684275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C95EB-A5DB-36A7-8B92-F2199C51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62692-5904-DF65-3373-0238E0B4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560FE-AFB7-E85F-F173-3B543414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B850-E749-43F4-05E7-1667D33C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9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7856-771D-3846-7DF9-80DD69A9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D189B-D6AC-670E-E75A-0850CAE28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A4DA9-979A-BA4C-1B37-52E796A8A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93AB3-3311-AF5E-9213-B9ACE984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42BF8-3A24-BBB4-9D95-48BE130E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82EE6-13FB-E659-E386-A860E508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860C-F147-4397-092D-7952A93F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23906-9820-7DCC-3968-AF737C694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C3D8F-E358-281C-4214-D34023875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5B798-BF2B-761E-FF15-BC9E0098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194E-A722-8BEA-9429-DCD8C8A8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B2978-2E54-164D-95B7-E46BBD6A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1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7EE0-1530-D16D-B43D-0B7046E9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3F393-271F-5C3B-7A39-5F7085A2E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08ED-077D-20AF-0DCB-5163F800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8E076-23DF-EB9C-CB07-24C03658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8152D-F444-CA72-8B69-675F867F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4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6D108-1D7A-8FF0-189B-4578D42EC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E7CD8-3DB6-0520-FB1E-A178A41E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B16D-DCA1-1A2E-1339-DB187B6E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8A11-98B8-F35B-9A91-CBAFC394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9BE2-6303-FF31-B486-2010DAC7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4B6BD-684E-CC47-DAE9-164FA4DA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08F92-5976-966A-6826-4E5EEC339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5667D-E519-3419-399E-2767D6752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DE506-3DF8-804B-899A-E688434382E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2C49-810F-4153-56FF-E45A3129B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CD2F-82FD-019A-E998-7A7A0EAF0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p.com/docs/btp/sap-business-technology-platform/trial-accounts-and-free-tier?locale=en-US#trial-account-or-free-tier-offering:-when-to-use-whic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tutorials/btp-free-tier-accoun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i-core-calculator.cfapps.eu10.hana.ondemand.com/uimodule/index.html" TargetMode="External"/><Relationship Id="rId2" Type="http://schemas.openxmlformats.org/officeDocument/2006/relationships/hyperlink" Target="https://discovery-center.cloud.sap/viewServices?solution=a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mission.ai-core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tutorials/abap-environment-restful-programming-model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DC22-E519-6810-19C0-A838F46DC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B955C-772D-9370-F032-7539CC884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4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935F-9A02-6A7E-D76F-42A931022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Free Tier vs BTP Trial ( when to use what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5144-D652-BF52-A9A3-DD2EBDA43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https://help.sap.com/docs/btp/sap-business-technology-platform/trial-accounts-and-free-tier?locale=en-US#trial-account-or-free-tier-offering:-when-to-use-which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8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BC1A-EFE5-A8D8-429E-E917CAE4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register Free Tier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AF33-C252-8902-CBB2-05019BA27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https://developers.sap.com/tutorials/btp-free-tier-account.html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A287-FC21-B779-7520-0AA72294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Trial Account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1302-6686-7440-94F9-7477AE0E5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developers.sap.com</a:t>
            </a:r>
            <a:r>
              <a:rPr lang="en-US" dirty="0"/>
              <a:t>/tutorials/hcp-create-trial-</a:t>
            </a:r>
            <a:r>
              <a:rPr lang="en-US" dirty="0" err="1"/>
              <a:t>account.html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1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047A-740F-A735-A50F-9F337851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Trial Account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2551FC-48BD-C048-875D-63A5C7087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655" y="1825625"/>
            <a:ext cx="96946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3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8055-D727-F74B-5D44-A9AA58BB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Jargons and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123C1-572F-A708-4078-FD049E50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Region</a:t>
            </a:r>
          </a:p>
          <a:p>
            <a:r>
              <a:rPr lang="en-US" dirty="0"/>
              <a:t>Global Account</a:t>
            </a:r>
          </a:p>
          <a:p>
            <a:r>
              <a:rPr lang="en-US" dirty="0"/>
              <a:t>Sub Account</a:t>
            </a:r>
          </a:p>
          <a:p>
            <a:r>
              <a:rPr lang="en-US" dirty="0"/>
              <a:t>Org</a:t>
            </a:r>
          </a:p>
          <a:p>
            <a:r>
              <a:rPr lang="en-US" dirty="0"/>
              <a:t>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5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95159-85B6-A74D-BA77-E8EC55B9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400"/>
              <a:t>Check Prices in Discovery Center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7D788-1609-1039-9367-FD6CB32D8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400"/>
              <a:t>For Eg if you want to see AI services</a:t>
            </a:r>
            <a:br>
              <a:rPr lang="en-US" sz="1400"/>
            </a:br>
            <a:r>
              <a:rPr lang="en-US" sz="1400">
                <a:hlinkClick r:id="rId2"/>
              </a:rPr>
              <a:t>https://discovery-center.cloud.sap/viewServices?solution=ai</a:t>
            </a:r>
            <a:endParaRPr lang="en-US" sz="1400"/>
          </a:p>
          <a:p>
            <a:endParaRPr lang="en-US" sz="1400"/>
          </a:p>
          <a:p>
            <a:r>
              <a:rPr lang="en-US" sz="1400"/>
              <a:t>You can even calculate the cost of using various models</a:t>
            </a:r>
          </a:p>
          <a:p>
            <a:r>
              <a:rPr lang="en-US" sz="1400">
                <a:hlinkClick r:id="rId3"/>
              </a:rPr>
              <a:t>https://ai-core-calculator.cfapps.eu10.hana.ondemand.com/uimodule/index.html</a:t>
            </a:r>
            <a:endParaRPr lang="en-US" sz="1400"/>
          </a:p>
          <a:p>
            <a:endParaRPr lang="en-US" sz="1400"/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1F060-1471-6EBE-D66F-82D9F6B3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6" y="2290936"/>
            <a:ext cx="1070095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60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4CB0-A50E-AC72-1A16-544449B9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6F387-210D-6F58-1547-8E5F131A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https://developers.sap.com/mission.ai-core.html</a:t>
            </a:r>
            <a:endParaRPr lang="en-US" dirty="0"/>
          </a:p>
          <a:p>
            <a:endParaRPr lang="en-US" dirty="0"/>
          </a:p>
          <a:p>
            <a:r>
              <a:rPr lang="en-IN" b="1" dirty="0"/>
              <a:t>Generative AI with SAP AI 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5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92CF-51F2-1883-3772-E9AC112D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8770-6FD6-221F-7D29-D6B15DDAD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to know the RAP Model</a:t>
            </a:r>
          </a:p>
          <a:p>
            <a:r>
              <a:rPr lang="en-US" dirty="0">
                <a:hlinkClick r:id="rId2"/>
              </a:rPr>
              <a:t>https://developers.sap.com/tutorials/abap-environment-restful-programming-model.html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1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184</Words>
  <Application>Microsoft Macintosh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BTP Free Tier vs BTP Trial ( when to use what )</vt:lpstr>
      <vt:lpstr>How to register Free Tier</vt:lpstr>
      <vt:lpstr>BTP Trial Account Tutorial</vt:lpstr>
      <vt:lpstr>BTP Trial Account</vt:lpstr>
      <vt:lpstr>Jargons and Meaning</vt:lpstr>
      <vt:lpstr>Check Prices in Discovery Center</vt:lpstr>
      <vt:lpstr>End to End Tutorial</vt:lpstr>
      <vt:lpstr>RAP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Geetika Anand</dc:creator>
  <cp:lastModifiedBy>Geetika Anand</cp:lastModifiedBy>
  <cp:revision>12</cp:revision>
  <dcterms:created xsi:type="dcterms:W3CDTF">2026-01-10T17:36:54Z</dcterms:created>
  <dcterms:modified xsi:type="dcterms:W3CDTF">2026-01-11T08:52:15Z</dcterms:modified>
</cp:coreProperties>
</file>